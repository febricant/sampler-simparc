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77440"/>
            <a:ext cx="109728" cy="21031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Re-calibrating a residential building-stock sampler for Calgary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Porting Hydro-Québec's EUEMr / SimParc pipeline to Alberta using open data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Calibri"/>
              </a:rPr>
              <a:t>EnerGuide microdata + 2021 Census — no proprietary survey, fully scripted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pipeline: what this tool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The sampler is a front end for SimParc — Hydro-Québec's fleet-scale OS-HPXML / EnergyPlus building-stock simulator.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It draws synthetic dwellings and emits ~219 OS-HPXML measure arguments per home (building-mapping.csv) that SimParc runs directly.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Three probability layers carry the statistical content: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–  Bayesian network — 40 dwelling/occupant nodes (type, vintage, fuel, system…)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–  ResStock-style CPTs — 52 technical attributes (envelope, HVAC, setpoints, PV)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–  Deterministic HPXML mapper — labels → HPXML args (weather, geometry, fuels)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All three were trained on Québec's EUEMr 2022 survey. Calgary needs new numbers — not new node or option names.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Goal &amp; the naming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Replace the Québec probability values with Calgary values — keep every parameter, node, and option label byte-for-byte.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Where a state is impossible in Alberta (e.g. Hydro-Québec's Bi-energie tariff), its probability is set to 0; the state name is preserved.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Geography is already collapsed: Territoire_HQ = Calgary, Region = Alberta, EPW/UTC/DST already Mountain Time.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C2410C"/>
                </a:solidFill>
                <a:latin typeface="Calibri"/>
              </a:rPr>
              <a:t>•  What still needs replacing is every downstream probability — that is the real project, and it is a data problem, not a code problem.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SimParc → what needs to be replaced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THE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554480"/>
          <a:ext cx="8686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2895600"/>
                <a:gridCol w="2895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What each SimParc input needs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 cols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Tier A — replace from EnerGuide microdata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direct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Tier B/imputed — census / external aggregate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imputed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Tier C — no Alberta data, keep Québec CPT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keep-qc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ResStock-generic — location-independent default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resstock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Already set to Calgary / derived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set/derived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1182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97 columns in the SimParc input schema, triaged column-by-column.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~⅓ map to real Calgary microdata; the rest are kept, imputed, or generic.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6B7280"/>
                </a:solidFill>
                <a:latin typeface="Calibri"/>
              </a:rPr>
              <a:t>•  Data-driven — see energuide_vs_quebec_crosswalk.csv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data gap: no Alberta EUEMr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INGREDIENT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Québec has EUEMr — a designed, weighted residential energy survey. Alberta has no equivalent.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Substitute: NRCan EnerGuide open microdata — ~191,600 audited Alberta houses, 2004–2025, ~100 fields per home (envelope, fuels, MEUI).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C2410C"/>
                </a:solidFill>
                <a:latin typeface="Calibri"/>
              </a:rPr>
              <a:t>•  But it is administrative, self-selected data — retrofit-grant applicants and new-home labelling — not a representative sample.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11827"/>
                </a:solidFill>
                <a:latin typeface="Calibri"/>
              </a:rPr>
              <a:t>•  So the method must correct the sample before it can stand in for a survey.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EnerGuide vs the Québec input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6035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33762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SimParc input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EnerGuide field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populated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HVAC Heating Efficiency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FURSSEFF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Insulation Foundation Wall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FNDWALLINS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Insulation Ceiling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CEILINS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Insulation Wall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MAINWALLINS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Basement Heating Setpoint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TBSMNT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Heating Setpoint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TMAIN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100.0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ModeConsigne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ThermostatHeatingNighttime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50.9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Cooling Setpoint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ThermostatCooling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50.9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Insulation Slab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SLABINSUL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56.1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Battery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BATTERYSTORAGE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56.1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33762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PV System Size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KWPV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56.5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3763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Has PV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KWPV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Calibri"/>
                        </a:rPr>
                        <a:t>56.5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4088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30 SimParc inputs map directly to a named EnerGuide field.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2410C"/>
                </a:solidFill>
                <a:latin typeface="Calibri"/>
              </a:rPr>
              <a:t>•  Some map in theory but are sparse in practice — modelled intensity, setpoints, PV, DHW capacity sit near ~50–56% coverage.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Envelope (RSI, ACH50), storeys, type, vintage, fuel: ~100% populated — the strongest Alberta signal.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The rest is imputed from census or kept from Québec (Tier 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Filtering the data into SimParc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ALREADY BUILT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Dashboard step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1 — Constrain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Pick any of the 40 variables + a value (e.g. Type = detached)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2 — Sample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GUM_Sampling(N, evs) draws that conditioned population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3 — Map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resstock_args_sampling + MapHPXML → ~219 OS-HPXML args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4 — Export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11827"/>
                          </a:solidFill>
                          <a:latin typeface="Calibri"/>
                        </a:rPr>
                        <a:t>Download building-input / -mapping CSV → SimParc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931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The Streamlit dashboard already *is* the filter: constrain the population, sample it, export the CSV SimParc runs. No extra script needed.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Separately, the Calgary calibration data already exists: build_alberta_weights.py maps EnerGuide → BN labels and IPF-rakes to the 2021 census (≈74k Calgary homes; alberta_stock_mapped.parquet).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2410C"/>
                </a:solidFill>
                <a:latin typeface="Calibri"/>
              </a:rPr>
              <a:t>•  Honest cost of that raking: Kish effective n ≈ 961 — apartments (n≈118) and the oldest stock stay thin.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bias, quantified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WHY WE CAN'T TAKE THE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88720" y="173736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Housing feature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EnerGuide sample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Calgary census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Single-detached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82.7%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55.2%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Apartment (Collective)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0.2%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27.1%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Row house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11.6%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Built ≥ 2020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21.1%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11182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44805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C2410C"/>
                </a:solidFill>
                <a:latin typeface="Calibri"/>
              </a:rPr>
              <a:t>•  A naïve average describes grant applicants and new builds, not Calgary.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Apartments are 27% of the city but essentially absent from EnerGuide.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Fix: sort homes into census cells and re-weight (IPF raking) so the weighted mix matches the census.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Result: Calgary's household energy intensity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E7490"/>
                </a:solidFill>
                <a:latin typeface="Calibri"/>
              </a:rPr>
              <a:t>146 kWh/m²·yr   (95% CI 138–156)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675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Post-stratified weighted bootstrap — the interval reflects the honest effective sample size, not the raw 34k.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Strong vintage gradient: post-2020 ≈ 81 vs oldest stock ≈ 215–228 kWh/m²·yr — roughly a third of the intensity.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827"/>
                </a:solidFill>
                <a:latin typeface="Calibri"/>
              </a:rPr>
              <a:t>•  Building-code tightening, visible in the data — the physical sanity check.</a:t>
            </a:r>
          </a:p>
        </p:txBody>
      </p:sp>
      <p:pic>
        <p:nvPicPr>
          <p:cNvPr id="9" name="Picture 8" descr="19_meui_bootstra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371600"/>
            <a:ext cx="4297680" cy="2875996"/>
          </a:xfrm>
          <a:prstGeom prst="rect">
            <a:avLst/>
          </a:prstGeom>
        </p:spPr>
      </p:pic>
      <p:pic>
        <p:nvPicPr>
          <p:cNvPr id="10" name="Picture 9" descr="21_meui_by_vi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3886200"/>
            <a:ext cx="4297680" cy="36361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Weather: recent, local temperatures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THE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The simulator still uses one Calgary-airport typical year (CWEC 2020) for every dwelling, citywide.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We replaced the old web-scraper with local NSRDB data: 60 grid points across Calgary, 2018–2025, and built a per-FSA × year temperature / degree-day profile.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11827"/>
                </a:solidFill>
                <a:latin typeface="Calibri"/>
              </a:rPr>
              <a:t>•  The real gain is recent actual years, not fine detail — e.g. 2023 was mild (fewer heating degree-days) while 2019 was cold.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2410C"/>
                </a:solidFill>
                <a:latin typeface="Calibri"/>
              </a:rPr>
              <a:t>•  Intra-city temperature spread is tiny (~0.9 °C across FSAs): Calgary is flat, so neighbourhoods barely differ.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C2410C"/>
                </a:solidFill>
                <a:latin typeface="Calibri"/>
              </a:rPr>
              <a:t>•  Honest limit: NSRDB here is temperature-only, so it can't build a full weather file — the simulation still leans on the 2020 typical year.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463040"/>
          <a:ext cx="4023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Mean °C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HDD18</a:t>
                      </a:r>
                    </a:p>
                  </a:txBody>
                  <a:tcPr marT="25400" marB="25400">
                    <a:solidFill>
                      <a:srgbClr val="0E7490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5411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5504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5203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4.9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5082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4.6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5129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4629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5059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5.2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11827"/>
                          </a:solidFill>
                          <a:latin typeface="Calibri"/>
                        </a:rPr>
                        <a:t>4856</a:t>
                      </a:r>
                    </a:p>
                  </a:txBody>
                  <a:tcPr marT="12700" marB="12700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0" y="55778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City-mean by year (heating degree-days, base 18 °C)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unglamorous 80%: data-quality 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CREDIBILITY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The _id trap — a per-file CKAN row number whose ranges overlap across files; de-duplicating on it would silently delete ~29k real records.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The value-blending bug — pandas groupby.first() pulls each column's first non-null independently, mixing post-retrofit fields into pre-retrofit records; 17,868 homes affected until fixed.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11827"/>
                </a:solidFill>
                <a:latin typeface="Calibri"/>
              </a:rPr>
              <a:t>•  Geographic contamination — CLIENTCITY="Calgary" includes mislabelled Edmonton (T6W) and rural FSAs; filtered out by FSA prefix.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C2410C"/>
                </a:solidFill>
                <a:latin typeface="Calibri"/>
              </a:rPr>
              <a:t>•  None of these throw errors — they produce plausible-but-wrong answers. Caught by profiling, not by the code crashing.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 — what this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39496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21208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2410C"/>
                </a:solidFill>
                <a:latin typeface="Calibri"/>
              </a:rPr>
              <a:t>No large Alberta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EnerGuide is self-selected, not a survey.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Modelled intensity on only ~44% of homes.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Apartments &amp; oldest vintages stay thin (wide CIs).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Within-cell self-selection is assumed away, not verified.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Tier-C nodes (pool/spa, appliances) keep Québec values.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2410C"/>
                </a:solidFill>
                <a:latin typeface="Calibri"/>
              </a:rPr>
              <a:t>Weather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NSRDB gives recent (2018–2025) FSA-level temperature — a real improvement.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But it is temperature-only: no sunlight / humidity / wind.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So it can't build a full weather file; simulation still uses the 2020 typical year.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Grid covers central Calgary; city temperature is nearly uniform anyway.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11827"/>
                </a:solidFill>
                <a:latin typeface="Calibri"/>
              </a:rPr>
              <a:t>•  Energy figures are audit MEUI, not a weather simulation.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11827"/>
                </a:solidFill>
                <a:latin typeface="Calibri"/>
              </a:rPr>
              <a:t>Decision-grade for relative comparisons (neighbourhoods, vintages) and a city average with a real error bar — not a per-building predictor.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Next steps &amp;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Calibri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Widen BN coverage — extend EnerGuideToBN to the remaining Tier-A nodes.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Re-pull NSRDB with all variables (sun/humidity/wind) to build recent-year weather files, then wire them into the simulator.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Source better Tier-B/C data (SHEU, CEUD, ZEV, CMHC) and quantify Tier-C with Monte-Carlo sensitivity bands.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11827"/>
                </a:solidFill>
                <a:latin typeface="Calibri"/>
              </a:rPr>
              <a:t>•  Everything is seeded and scripted from public sources:</a:t>
            </a:r>
          </a:p>
          <a:p>
            <a:pPr lvl="1">
              <a:spcAft>
                <a:spcPts val="12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compare_energuide_quebec.py  ·  build_alberta_weights.py</a:t>
            </a:r>
          </a:p>
          <a:p>
            <a:pPr lvl="1">
              <a:spcAft>
                <a:spcPts val="12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 build_fsa_weather_profile.py  ·  build_energy_profile.py  ·  make_presentation.py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